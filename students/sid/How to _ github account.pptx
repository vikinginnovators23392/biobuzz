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a104f5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a104f5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a104f5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9a104f5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9a104f5a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9a104f5a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335b3e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7335b3e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7335b3e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7335b3e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ignup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VikingInnovators23392/2025Decod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sktop.github.com/download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a github account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 : Sid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to the official page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First you will need to get to the sign up page, from this link official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GitHub Signup Page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1075" y="1943000"/>
            <a:ext cx="5959926" cy="28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7143750" y="1632850"/>
            <a:ext cx="204000" cy="310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sign up process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make an account on github you must type in your email, enter a password, then make your username: do not make it </a:t>
            </a:r>
            <a:r>
              <a:rPr lang="en"/>
              <a:t>something</a:t>
            </a:r>
            <a:r>
              <a:rPr lang="en"/>
              <a:t> goofy because this will be public, and then you have to </a:t>
            </a:r>
            <a:r>
              <a:rPr lang="en"/>
              <a:t>tell</a:t>
            </a:r>
            <a:r>
              <a:rPr lang="en"/>
              <a:t> which </a:t>
            </a:r>
            <a:r>
              <a:rPr lang="en"/>
              <a:t>country</a:t>
            </a:r>
            <a:r>
              <a:rPr lang="en"/>
              <a:t> you are in. done and sign in it will look like this.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425" y="2284900"/>
            <a:ext cx="5116273" cy="24407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768950" y="2204350"/>
            <a:ext cx="13878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the viking innovators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your github account is ready you should follow our teams github. Here his the link to the page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https://github.com/VikingInnovators23392/</a:t>
            </a:r>
            <a:r>
              <a:rPr lang="en"/>
              <a:t> when you are here click on there name Vikinginnovators23392 and follow them!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50" y="2571751"/>
            <a:ext cx="3290327" cy="15648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3986900" y="3292925"/>
            <a:ext cx="476400" cy="21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89850" y="2544525"/>
            <a:ext cx="476400" cy="122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7" y="2716186"/>
            <a:ext cx="2696730" cy="12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4803325" y="3619500"/>
            <a:ext cx="408300" cy="122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apps to use for github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new to github the most </a:t>
            </a:r>
            <a:r>
              <a:rPr lang="en"/>
              <a:t>recommended app is github desktop. It is free and very beginners friendly. Another app you can use is called fork, fork is a lot faster but it has a paywall of 60$ so if you would like to go on a more efficient app go for fork. What is recommended for </a:t>
            </a:r>
            <a:r>
              <a:rPr lang="en"/>
              <a:t>robotics</a:t>
            </a:r>
            <a:r>
              <a:rPr lang="en"/>
              <a:t> and school kids is github desktop </a:t>
            </a:r>
            <a:r>
              <a:rPr lang="en"/>
              <a:t>because</a:t>
            </a:r>
            <a:r>
              <a:rPr lang="en"/>
              <a:t> it works very well and is </a:t>
            </a:r>
            <a:r>
              <a:rPr lang="en"/>
              <a:t>completely</a:t>
            </a:r>
            <a:r>
              <a:rPr lang="en"/>
              <a:t> free.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https://desktop.github.com/download/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Send me your github account , i will add you as collaborators to vikinginnovators.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27700"/>
            <a:ext cx="8520600" cy="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0" r="-8921" t="0"/>
          <a:stretch/>
        </p:blipFill>
        <p:spPr>
          <a:xfrm>
            <a:off x="311701" y="784800"/>
            <a:ext cx="8284948" cy="412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